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14"/>
    <p:restoredTop sz="94653"/>
  </p:normalViewPr>
  <p:slideViewPr>
    <p:cSldViewPr snapToGrid="0">
      <p:cViewPr varScale="1">
        <p:scale>
          <a:sx n="103" d="100"/>
          <a:sy n="103" d="100"/>
        </p:scale>
        <p:origin x="18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61D5A-DDDC-55EF-E5B7-D0302A7CE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F58CAC-2538-43C4-0221-52454C88B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2A518-78B7-5522-BD95-BBECBF800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B9C38-BDF4-724B-9A00-5FB7546A2407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EE7E7-D763-50B9-15BB-622F488EA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80898-F3C1-55B6-37FC-692FA88AA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9D817-E16B-8743-AE96-6C816FF87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169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3F1A9-4D8A-670A-DF4D-6E4D18C51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AB76A-9C46-9973-3329-7CFFD60A3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84F0E-DFD3-B941-9469-F4926FCED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B9C38-BDF4-724B-9A00-5FB7546A2407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A9785-F45E-332A-89E3-31AAE597E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C6620-89B2-2053-52D2-C3BDCEAEA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9D817-E16B-8743-AE96-6C816FF87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727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6083-1347-E854-92A2-D7BA70EC4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62A37-D61C-851C-487F-5363662B7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09600-9C62-2A33-A00A-1ECCBF1F0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B9C38-BDF4-724B-9A00-5FB7546A2407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CAAE6-A7F6-14A9-D72B-2DFA3E729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1F9F5-62C9-26D2-4D7F-A7F174F5C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9D817-E16B-8743-AE96-6C816FF87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273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2F172-3B5D-A01C-64F3-F08F4CA2D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8DA17-2EBD-EF85-33D5-8D12929B0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88422-6D95-890B-E90A-E662B32EF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20D22-C28E-CAF9-B3AE-70C7A5AC1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B9C38-BDF4-724B-9A00-5FB7546A2407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CE55A-F8DF-8C9E-7A08-78048B97F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43476-9CC9-7663-85B5-D9A4E2DCE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9D817-E16B-8743-AE96-6C816FF87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45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76C6F-325D-2F1D-4568-D3D69F19E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2B08A-750B-80A9-2B49-665C1D437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C5037-45DD-2B7E-23DF-ABCF10FCE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442BE4-95C6-7191-9E31-15B2FD1344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32C946-574C-D694-9469-FD70E2CE9F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1DABFE-B214-43A2-8FF7-66CF3A987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B9C38-BDF4-724B-9A00-5FB7546A2407}" type="datetimeFigureOut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A7DAC0-61C5-1AF9-7F1B-BA264B81B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FA30BB-206E-ABD6-06BE-EFDDDD8DB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9D817-E16B-8743-AE96-6C816FF87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250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8B696-4202-DE61-3AF1-E7D038EB4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19C055-92FA-23B7-21C8-2BE78413E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B9C38-BDF4-724B-9A00-5FB7546A2407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047F73-716C-E619-83D0-EFC9CDBE4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9B59D-D993-D1CE-8746-9499B2258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9D817-E16B-8743-AE96-6C816FF87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58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C9B365-D11A-6F0D-4E7E-A00A828EC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B9C38-BDF4-724B-9A00-5FB7546A2407}" type="datetimeFigureOut">
              <a:rPr lang="en-US" smtClean="0"/>
              <a:t>1/6/26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300A14-6A17-C965-55BA-C2BA7C17F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8A728-FE38-FBE2-44B3-D7519C909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9D817-E16B-8743-AE96-6C816FF87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678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87398-41C5-A16A-7F30-2533C91A4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17182-F4AC-BB03-90F6-271D93B18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77E234-53E8-77BC-1F34-5047013EA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5FAEA-846E-E214-51C0-C1014602B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B9C38-BDF4-724B-9A00-5FB7546A2407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1931-CFEF-72C2-837C-2EFF28EC1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2A3A0-DA23-5C3F-251D-C76CD102A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9D817-E16B-8743-AE96-6C816FF87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490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84265-887F-211B-D269-C2734E618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BCD0AA-7C4D-F8FD-E429-CD0C18EA48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E0ED8-BCFE-5C35-C9F2-EB2E8A3C5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31D5B-7670-7636-023D-4EE26AB0F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B9C38-BDF4-724B-9A00-5FB7546A2407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08C4D-0F1D-CBB1-35F7-ECB94722F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259A2-E6B7-C608-D25B-7F1588E71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9D817-E16B-8743-AE96-6C816FF87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276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88B1A-11FA-1FAA-6AF1-29138F5C3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36508-CBF0-F461-9171-ADC255455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84C71-EA8A-AE3D-8328-08B3053F6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B9C38-BDF4-724B-9A00-5FB7546A2407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A02B4-049F-C696-7540-CD2979C46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65802-E860-9BCA-CCF7-BC3B5DF3B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9D817-E16B-8743-AE96-6C816FF87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6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C997FC-617E-3371-12E1-C503AEB0B2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6C5BFE-C861-5762-F6DD-1ED29669F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7DD76-AB6F-938A-1E7C-128FCEE52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B9C38-BDF4-724B-9A00-5FB7546A2407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7C86A-29AB-1305-F573-1495AC188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5D2EA-E612-8F2F-F1A7-67A02B950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9D817-E16B-8743-AE96-6C816FF87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988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6A7731-49BB-B174-4925-C88E4A789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03744-6290-3036-C97F-BA6C48365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130ED-4322-B4B3-E81B-F864B85074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B9C38-BDF4-724B-9A00-5FB7546A2407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F28A8-8FA8-A77F-0A8D-F8002FF7C2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3E17E-8687-2BE4-5F38-8BD3773E1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9D817-E16B-8743-AE96-6C816FF87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89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5BF5E-6B71-2201-2F0C-3035329456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Quick Start on OpenSpecimen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0BF704-DBC4-9116-140B-04D38CFC8F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Shuxin </a:t>
            </a:r>
          </a:p>
          <a:p>
            <a:r>
              <a:rPr lang="en-US" dirty="0"/>
              <a:t>Jan 6 2025</a:t>
            </a:r>
          </a:p>
        </p:txBody>
      </p:sp>
    </p:spTree>
    <p:extLst>
      <p:ext uri="{BB962C8B-B14F-4D97-AF65-F5344CB8AC3E}">
        <p14:creationId xmlns:p14="http://schemas.microsoft.com/office/powerpoint/2010/main" val="1825581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72ACE3-0F63-CB1D-C925-E6F7BA640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87" y="1089325"/>
            <a:ext cx="7772400" cy="333363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1A6D3F-D8A2-EF61-E219-AB978B1EBFAB}"/>
              </a:ext>
            </a:extLst>
          </p:cNvPr>
          <p:cNvSpPr txBox="1"/>
          <p:nvPr/>
        </p:nvSpPr>
        <p:spPr>
          <a:xfrm>
            <a:off x="897147" y="5227608"/>
            <a:ext cx="3278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Go to NMCB-BB</a:t>
            </a:r>
          </a:p>
        </p:txBody>
      </p:sp>
    </p:spTree>
    <p:extLst>
      <p:ext uri="{BB962C8B-B14F-4D97-AF65-F5344CB8AC3E}">
        <p14:creationId xmlns:p14="http://schemas.microsoft.com/office/powerpoint/2010/main" val="3151953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1A6D3F-D8A2-EF61-E219-AB978B1EBFAB}"/>
              </a:ext>
            </a:extLst>
          </p:cNvPr>
          <p:cNvSpPr txBox="1"/>
          <p:nvPr/>
        </p:nvSpPr>
        <p:spPr>
          <a:xfrm>
            <a:off x="7487727" y="2208363"/>
            <a:ext cx="3278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Choose “</a:t>
            </a:r>
            <a:r>
              <a:rPr lang="en-US" b="1" dirty="0"/>
              <a:t>Queries</a:t>
            </a:r>
            <a:r>
              <a:rPr lang="en-US" dirty="0"/>
              <a:t>“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C023EE-9087-1E28-3459-6379119BD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397" y="342900"/>
            <a:ext cx="5676900" cy="61722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31898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801206-F5C2-4F5F-00AE-0D12866E1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54" y="915287"/>
            <a:ext cx="7772400" cy="347467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645E36-F672-D90F-C574-78B2AF724C92}"/>
              </a:ext>
            </a:extLst>
          </p:cNvPr>
          <p:cNvSpPr txBox="1"/>
          <p:nvPr/>
        </p:nvSpPr>
        <p:spPr>
          <a:xfrm>
            <a:off x="897146" y="5227608"/>
            <a:ext cx="10317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I do not know how it looks like in your place. If you could also see </a:t>
            </a:r>
            <a:r>
              <a:rPr lang="en-US" dirty="0" err="1"/>
              <a:t>thse</a:t>
            </a:r>
            <a:r>
              <a:rPr lang="en-US" dirty="0"/>
              <a:t> queries, you could just run mine.</a:t>
            </a:r>
          </a:p>
          <a:p>
            <a:r>
              <a:rPr lang="en-US" b="1" dirty="0"/>
              <a:t>Otherwise</a:t>
            </a:r>
            <a:r>
              <a:rPr lang="en-US" dirty="0"/>
              <a:t>, you would have to click ‘</a:t>
            </a:r>
            <a:r>
              <a:rPr lang="en-US" b="1" dirty="0"/>
              <a:t>Create</a:t>
            </a:r>
            <a:r>
              <a:rPr lang="en-US" dirty="0"/>
              <a:t>’ on the top left side.</a:t>
            </a:r>
          </a:p>
        </p:txBody>
      </p:sp>
    </p:spTree>
    <p:extLst>
      <p:ext uri="{BB962C8B-B14F-4D97-AF65-F5344CB8AC3E}">
        <p14:creationId xmlns:p14="http://schemas.microsoft.com/office/powerpoint/2010/main" val="2874628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796320-36C4-4C69-E3DF-EB340E6AF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16" y="484500"/>
            <a:ext cx="7772400" cy="488833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0292AD-D69C-B2A5-1980-94D0B5A40FE0}"/>
              </a:ext>
            </a:extLst>
          </p:cNvPr>
          <p:cNvSpPr txBox="1"/>
          <p:nvPr/>
        </p:nvSpPr>
        <p:spPr>
          <a:xfrm>
            <a:off x="761222" y="5635381"/>
            <a:ext cx="103171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There are different groups. But we only use </a:t>
            </a:r>
            <a:r>
              <a:rPr lang="en-US" b="1" dirty="0"/>
              <a:t>Participant</a:t>
            </a:r>
            <a:r>
              <a:rPr lang="en-US" dirty="0"/>
              <a:t> and </a:t>
            </a:r>
            <a:r>
              <a:rPr lang="en-US" b="1" dirty="0"/>
              <a:t>Specimen</a:t>
            </a:r>
          </a:p>
          <a:p>
            <a:r>
              <a:rPr lang="en-US" dirty="0"/>
              <a:t>In </a:t>
            </a:r>
            <a:r>
              <a:rPr lang="en-US" b="1" dirty="0"/>
              <a:t>Participant</a:t>
            </a:r>
            <a:r>
              <a:rPr lang="en-US" dirty="0"/>
              <a:t>, only use PPID, which refers to participant ID</a:t>
            </a:r>
          </a:p>
          <a:p>
            <a:r>
              <a:rPr lang="en-US" dirty="0"/>
              <a:t>In </a:t>
            </a:r>
            <a:r>
              <a:rPr lang="en-US" b="1" dirty="0"/>
              <a:t>Specimen, </a:t>
            </a:r>
            <a:r>
              <a:rPr lang="en-US" dirty="0"/>
              <a:t>we usually use </a:t>
            </a:r>
            <a:r>
              <a:rPr lang="en-US" b="1" dirty="0"/>
              <a:t>Barcode</a:t>
            </a:r>
            <a:r>
              <a:rPr lang="en-US" dirty="0"/>
              <a:t> (refers to aliquot nr), </a:t>
            </a:r>
            <a:r>
              <a:rPr lang="en-US" b="1" dirty="0"/>
              <a:t>type</a:t>
            </a:r>
            <a:r>
              <a:rPr lang="en-US" dirty="0"/>
              <a:t> (refers to sample type).</a:t>
            </a:r>
            <a:endParaRPr lang="en-US" b="1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80A45D-4CE5-9496-9DDD-6F48FFCFB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8021" y="1000664"/>
            <a:ext cx="2576318" cy="34290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28046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D60B4-2CD6-0DD7-5771-2FDEDE56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1: to find sample info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C2FAF7-992B-47F2-4486-5B4B426B8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10" y="1442100"/>
            <a:ext cx="8849497" cy="323239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C1F07E-5E0D-667E-A634-98F762FBE9ED}"/>
              </a:ext>
            </a:extLst>
          </p:cNvPr>
          <p:cNvSpPr txBox="1"/>
          <p:nvPr/>
        </p:nvSpPr>
        <p:spPr>
          <a:xfrm>
            <a:off x="748866" y="4795121"/>
            <a:ext cx="10317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Then click ‘View Records’, and you will see the info below.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60187A-195C-2108-A817-9FB4E1640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410" y="5315971"/>
            <a:ext cx="7772400" cy="126363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65959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D60B4-2CD6-0DD7-5771-2FDEDE56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2: query all NMCB samples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0EE518-B287-BF97-E32E-00A95D38A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767" y="4124519"/>
            <a:ext cx="7772400" cy="248898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785343-06D0-53DA-7210-E18B272D8667}"/>
              </a:ext>
            </a:extLst>
          </p:cNvPr>
          <p:cNvSpPr txBox="1"/>
          <p:nvPr/>
        </p:nvSpPr>
        <p:spPr>
          <a:xfrm>
            <a:off x="7933038" y="2174789"/>
            <a:ext cx="2940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Create query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B57A35-5E6A-309B-4A57-F4B5466E2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767" y="1596867"/>
            <a:ext cx="5710882" cy="227472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53257D-362F-7026-FA99-5207F709F096}"/>
              </a:ext>
            </a:extLst>
          </p:cNvPr>
          <p:cNvSpPr txBox="1"/>
          <p:nvPr/>
        </p:nvSpPr>
        <p:spPr>
          <a:xfrm>
            <a:off x="8913340" y="5027141"/>
            <a:ext cx="2940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View records</a:t>
            </a:r>
          </a:p>
        </p:txBody>
      </p:sp>
    </p:spTree>
    <p:extLst>
      <p:ext uri="{BB962C8B-B14F-4D97-AF65-F5344CB8AC3E}">
        <p14:creationId xmlns:p14="http://schemas.microsoft.com/office/powerpoint/2010/main" val="3805479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D60B4-2CD6-0DD7-5771-2FDEDE56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2: query all NMCB samples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785343-06D0-53DA-7210-E18B272D8667}"/>
              </a:ext>
            </a:extLst>
          </p:cNvPr>
          <p:cNvSpPr txBox="1"/>
          <p:nvPr/>
        </p:nvSpPr>
        <p:spPr>
          <a:xfrm>
            <a:off x="9032789" y="2051221"/>
            <a:ext cx="2940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Export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253FA-A7E8-BF02-79E9-3C2B045E4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78530"/>
            <a:ext cx="7772400" cy="409635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0C420B-A6B4-BFEC-BB32-24908B02BA89}"/>
              </a:ext>
            </a:extLst>
          </p:cNvPr>
          <p:cNvSpPr txBox="1"/>
          <p:nvPr/>
        </p:nvSpPr>
        <p:spPr>
          <a:xfrm>
            <a:off x="724153" y="6035418"/>
            <a:ext cx="10317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export file, you could also find which sample locates to which participant.</a:t>
            </a:r>
          </a:p>
        </p:txBody>
      </p:sp>
    </p:spTree>
    <p:extLst>
      <p:ext uri="{BB962C8B-B14F-4D97-AF65-F5344CB8AC3E}">
        <p14:creationId xmlns:p14="http://schemas.microsoft.com/office/powerpoint/2010/main" val="615107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176</Words>
  <Application>Microsoft Macintosh PowerPoint</Application>
  <PresentationFormat>Widescreen</PresentationFormat>
  <Paragraphs>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Quick Start on OpenSpecimen</vt:lpstr>
      <vt:lpstr>PowerPoint Presentation</vt:lpstr>
      <vt:lpstr>PowerPoint Presentation</vt:lpstr>
      <vt:lpstr>PowerPoint Presentation</vt:lpstr>
      <vt:lpstr>PowerPoint Presentation</vt:lpstr>
      <vt:lpstr>Use Case 1: to find sample info</vt:lpstr>
      <vt:lpstr>Use Case 2: query all NMCB samples</vt:lpstr>
      <vt:lpstr>Use Case 2: query all NMCB samples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 Start on OpenSpecimen</dc:title>
  <dc:creator>Microsoft Office User</dc:creator>
  <cp:lastModifiedBy>Microsoft Office User</cp:lastModifiedBy>
  <cp:revision>6</cp:revision>
  <dcterms:created xsi:type="dcterms:W3CDTF">2026-01-06T01:43:52Z</dcterms:created>
  <dcterms:modified xsi:type="dcterms:W3CDTF">2026-01-06T01:56:34Z</dcterms:modified>
</cp:coreProperties>
</file>